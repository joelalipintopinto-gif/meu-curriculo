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108960" cy="310896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pic>
        <p:nvPicPr>
          <p:cNvPr id="4" name="Image 0" descr="icon_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ACADÉMICO · PROGRAMAÇÃO DE DESIGN WEB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de Currículo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Pessoal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8368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de emprego e recrutamento — construída apenas com HTML5 e CSS3 puro, sem frameworks nem JavaScript.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521208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Joel Ali Viano Pinto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 Informática — 2º Ano  | 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o Projeto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 qual foi o objetivo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na disciplina de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Design Web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(2º ano — Licenciatura em Informática).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foi criar um currículo/portfólio pessoal utilizando apenas HTML5 e CSS3, sem recurso a frameworks (Bootstrap, Tailwind, etc.) ou JavaScript.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7" name="Image 0" descr="icon_layers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245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escolhido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45537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emprego e recrutamento digital, com identidade visual coerente, responsiva e navegação intuitiva.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17373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023436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18470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052560" y="17373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HTML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32004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023436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33101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9052560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/ JS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0" y="466344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023436"/>
          </a:solidFill>
          <a:ln/>
        </p:spPr>
      </p:sp>
      <p:sp>
        <p:nvSpPr>
          <p:cNvPr id="17" name="Text 14"/>
          <p:cNvSpPr/>
          <p:nvPr/>
        </p:nvSpPr>
        <p:spPr>
          <a:xfrm>
            <a:off x="7086600" y="47731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9052560" y="46634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Sobre o Projeto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páginas, cada uma com um propósito claro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39696" cy="44805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6479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898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pessoal, foto/avatar, frase de efeito e botão de chamada para ação. Inclui áudio e vídeo do YouTube.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52928" y="1508760"/>
            <a:ext cx="2139696" cy="44805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54096" y="176479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/ Currículo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898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académica, experiência profissional, competências técnicas em tabela e certificados.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57216" y="1508760"/>
            <a:ext cx="2139696" cy="44805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176479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21808" y="2423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Portfólio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21808" y="2898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portfolio.html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21808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Grelha de 6 projetos fictícios de recrutamento, organizada com CSS Grid.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61504" y="1508760"/>
            <a:ext cx="2139696" cy="44805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62672" y="176479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66267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6096" y="2423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Hobbies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26096" y="2898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hobbies.html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26096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de hobbies e interesses organizados com CSS Flexbox. Inclui áudio.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65792" y="1508760"/>
            <a:ext cx="2139696" cy="44805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66960" y="176479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30384" y="2423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30384" y="28986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30384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completo com validação nativa HTML5: texto, email, telefone, data, número, ficheiro, seleção e mais.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Estrutura do Site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100% nativa — sem dependências externas de código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A4A4C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7" name="Image 0" descr="icon_html5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037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semântica: header, nav, main, section, article, aside, figure e footer.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A4A4C"/>
          </a:solidFill>
          <a:ln/>
        </p:spPr>
      </p:sp>
      <p:sp>
        <p:nvSpPr>
          <p:cNvPr id="11" name="Shape 8"/>
          <p:cNvSpPr/>
          <p:nvPr/>
        </p:nvSpPr>
        <p:spPr>
          <a:xfrm>
            <a:off x="3675888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2" name="Image 1" descr="icon_css3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2037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39312" y="347472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Estilização avançada: variáveis, Flexbox, Grid, media queries, animações e gradientes.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A4A4C"/>
          </a:solidFill>
          <a:ln/>
        </p:spPr>
      </p:sp>
      <p:sp>
        <p:nvSpPr>
          <p:cNvPr id="16" name="Shape 12"/>
          <p:cNvSpPr/>
          <p:nvPr/>
        </p:nvSpPr>
        <p:spPr>
          <a:xfrm>
            <a:off x="6510528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7" name="Image 2" descr="icon_goog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2037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73952" y="347472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personalizada com a família Inter.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A4A4C"/>
          </a:solidFill>
          <a:ln/>
        </p:spPr>
      </p:sp>
      <p:sp>
        <p:nvSpPr>
          <p:cNvPr id="21" name="Shape 16"/>
          <p:cNvSpPr/>
          <p:nvPr/>
        </p:nvSpPr>
        <p:spPr>
          <a:xfrm>
            <a:off x="9345168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22" name="Image 3" descr="icon_fa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2037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 Awesome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308592" y="347472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 vetoriais para redes sociais e elementos decorativos.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Tecnologias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HTML Semânticas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usados para dar estrutura e significado ao conteúdo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28216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550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com logótipo e menu de navegação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14600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414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7066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navegação entre páginas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00984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278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4930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principal de cada página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87368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2793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temático (formação, projetos, hobbies)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4573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873752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00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50657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ou hobby individual (card)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728216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6550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1920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complementar, como curiosidades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38658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514600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24414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 + &lt;figcaption&gt;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27066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 legenda descritiva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31729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300984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32278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 + &lt;thead&gt; + &lt;tbody&gt;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34930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competências técnicas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395935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087368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+ &lt;fieldset&gt;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37960" y="42793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contacto com validação nativa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474573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873752"/>
            <a:ext cx="109728" cy="402336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4800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&lt;audio&gt; / &lt;iframe&gt;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37960" y="50657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local e vídeo incorporado do YouTube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Tags 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CSS3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avançados que dão vida ao layout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CSS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espaçamentos consistentes definidos em :root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&amp; Grid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807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dos Hobbies (Flexbox) e do Portfólio (Grid)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Queries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807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mobile-first, breakpoints em 480px e 768px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093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:hover, :focus, :nth-child, :valid, :invalid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Animações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093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fadeInUp e transitions em cartões e botões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sticky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5093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fixo no topo ao fazer scroll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Técnicas CSS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00A896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Visualizar o Site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passos simples, sem instalação de dependências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Clonar ou descarregar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951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Obtenha o repositório do projeto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3544" y="2532888"/>
            <a:ext cx="0" cy="393192"/>
          </a:xfrm>
          <a:prstGeom prst="line">
            <a:avLst/>
          </a:prstGeom>
          <a:noFill/>
          <a:ln w="25400">
            <a:solidFill>
              <a:srgbClr val="0A4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26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907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Navegar até à pasta raiz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2552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a pasta principal do projeto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3544" y="3493008"/>
            <a:ext cx="0" cy="393192"/>
          </a:xfrm>
          <a:prstGeom prst="line">
            <a:avLst/>
          </a:prstGeom>
          <a:noFill/>
          <a:ln w="25400">
            <a:solidFill>
              <a:srgbClr val="0A4A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862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867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index.html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153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navegador preferido (Chrome, Firefox, Edge…)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3544" y="4453128"/>
            <a:ext cx="0" cy="393192"/>
          </a:xfrm>
          <a:prstGeom prst="line">
            <a:avLst/>
          </a:prstGeom>
          <a:noFill/>
          <a:ln w="25400">
            <a:solidFill>
              <a:srgbClr val="0A4A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46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828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 o menu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175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Navegue pelas restantes páginas do site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196596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0A4A4C"/>
          </a:solidFill>
          <a:ln/>
        </p:spPr>
      </p:sp>
      <p:pic>
        <p:nvPicPr>
          <p:cNvPr id="25" name="Image 0" descr="icon_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41080" y="2313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01000" y="297180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uma experiência mais fluida durante o desenvolvimento, utilize a extensão Live Server no VS Code — o browser atualiza automaticamente a cada alteração.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Como Visualizar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“Transformar oportunidades em carreiras de sucesso.”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06324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pic>
        <p:nvPicPr>
          <p:cNvPr id="6" name="Image 0" descr="icon_userti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2735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Joel Ali Viano Pinto</a:t>
            </a:r>
            <a:endParaRPr lang="en-US" sz="2000" dirty="0"/>
          </a:p>
        </p:txBody>
      </p:sp>
      <p:pic>
        <p:nvPicPr>
          <p:cNvPr id="8" name="Image 1" descr="icon_briefc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822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 Informática — 2º Ano  |  Programação de Design Web</a:t>
            </a:r>
            <a:endParaRPr lang="en-US" sz="1350" dirty="0"/>
          </a:p>
        </p:txBody>
      </p:sp>
      <p:pic>
        <p:nvPicPr>
          <p:cNvPr id="10" name="Image 2" descr="icon_envelop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4340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4325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joel.pinto@email.com   ·   +258 84 123 4567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A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entrega: Setembro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2026-09-01T11:42:52Z</dcterms:created>
  <dcterms:modified xsi:type="dcterms:W3CDTF">2026-09-01T11:42:52Z</dcterms:modified>
</cp:coreProperties>
</file>